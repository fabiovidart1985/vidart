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3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6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97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Área de negócios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0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4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Google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88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Oracle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Ewerton Bezerra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434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907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3805"/>
                  </a:ext>
                </a:extLst>
              </a:tr>
              <a:tr h="7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41820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atualizações incrementais do catálogo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atualização incremental do catálogo. O preço atualiza no índice, mas o front dos resultados ainda não reflete a alteração.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853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Adaptar FrontEnd da busca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autocomplete da busca. Há correções em aberto no menu da Algolia, no clique do produto e após a busca.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326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Hero da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hero da nova página de produto. O Figma do botão de compartilhar ainda foi apontado como pendência.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799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72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40929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Desenvolvimento do novo layout da Página de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Regis Ropke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novo layout da página de produto, com o desenvolvimento acompanhado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745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21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690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63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109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582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055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528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luana.santos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001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41853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Adicinar a marca Trata no menu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inclusão da marca Trata no menu do site.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474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Permitir vídeo ou GIF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daniela.damasceno salonline.com.br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exibição de vídeo ou GIF na galeria da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9469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64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419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892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365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838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311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784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257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730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203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675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1488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6217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0946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675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04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513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986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4591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32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4049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77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35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823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296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769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242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715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1881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