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6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44118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AnalyticsTags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Área de negócios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faltam os nomes das Analytics Tags de cada tela.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84751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Server to Server 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Rakuten: o card espera credenciais da API e a resposta às dúvidas de homologação.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73750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Alinhamento de Expectativa de Tráfego e Capacidade para a Black Friday 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4-0003839520; histórico SR 4-0001220950): análise preventiva de capacidade para a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914383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Novos Requisitos para Imagem dos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Google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pelo Google: aguardando a confirmação de quais imagens e configurações o Merchant Center exige.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155016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40883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Relatorios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4-0003585464): cobrada a causa raiz das falhas recorrentes do serviço de relatórios.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5649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Criar replicas de ordenação e filtros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Ewerton Bezerra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réplicas de ordenação por preço e mais vendidos e índice de filtros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384648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nas páginas de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consulta de produtos das páginas de categoria pela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625281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Envelopamento do Site — Black Friday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Regis Ropke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envelopamento visual do site para a campanha de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865914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userToken nos eventos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identificador de usuário nos eventos e nas consultas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854912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Eventos &amp; Analitycs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eventos de visualização, clique e conversão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095546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Monte sua Rotina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widget Monte sua Rotina, com destaque do produto que o cliente está vendo.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336179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Ritual em {x} passos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ritual em passos, exibido somente quando o produto tem o conteúdo preenchido.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68126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67781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Informações do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informações do produto, incluindo a seção Dica de Ouro.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08415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Trust Bar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faixa de benefícios da nova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97413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Recent Searches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buscas recentes salvas no navegador e reaproveitadas no autocomplete.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38046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Indexação / Backend (Integração de Catálogo)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indexação do catálogo Oracle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978679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Spike Técnico: Viabilidade de Instalação (widgets/showcase/js)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estudo de viabilidade do InstantSearch da Algolia, já disponível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19313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41853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Adicinar a marca Trata no menu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05/10/2026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inclusão da marca Trata no menu do site.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208311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Permitir vídeo ou GIF na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exibição de vídeo ou GIF na galeria da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48944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Preço zerado em produtos após retorno null no endpoint listProducts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Monitoramento</a:t>
                      </a:r>
                    </a:p>
                  </a:txBody>
                  <a:tcPr marL="50800" marR="50800" marT="40000" marB="40000" anchor="ctr">
                    <a:solidFill>
                      <a:srgbClr val="F6C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monitoramento. SR Oracle 4-0003936169 aberta para o preço zerado após retorno nulo de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689577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41401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Erro ao fechar pedido / Recalculo dos descontos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14/09/2026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Monitoramento</a:t>
                      </a:r>
                    </a:p>
                  </a:txBody>
                  <a:tcPr marL="50800" marR="50800" marT="40000" marB="40000" anchor="ctr">
                    <a:solidFill>
                      <a:srgbClr val="F6C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monitoramento do recálculo de descontos ao fechar o pedido.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0211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40351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Pedidos com o erro "Valor de Meio incorreto para PED_CLIENTE"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03/08/2026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Monitoramento</a:t>
                      </a:r>
                    </a:p>
                  </a:txBody>
                  <a:tcPr marL="50800" marR="50800" marT="40000" marB="40000" anchor="ctr">
                    <a:solidFill>
                      <a:srgbClr val="F6C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monitoramento do erro de valor de meio na integração do pedido.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19209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41949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Incluir campos relavantes de produto no index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enviar à Algolia os campos de produto que ainda faltam para filtro e ranqueamento.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59842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41928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Segurança: Alerta de Vazamento de Credenciais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alerta da Gemina sobre vazamento de credenciais do domínio, com baixa amostragem.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4004759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540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8463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Slider de imagens do produto inconsistente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o slider de imagens da PDP volta para a primeira imagem e impede ver o restante.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787461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41870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Trazer informações de venda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06/10/2026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incluir informações de venda de 30, 60 e 90 dias na indexação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028095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em Collections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avaliar o uso da Algolia nas collections.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268728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Federated Search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busca federada no autocomplete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9361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itens de lançamento nas sugestões do Cronograma Capilar (Quiz)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exibir lançamentos nas sugestões do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498359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40290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cards relacionados da página de produto duplicam o símbolo da moeda no parcelamento.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38993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39839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Quantidade incorreta de itens sendo adicionados via Streamshop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16/07/2026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quantidade incorreta de itens adicionados pelo Streamshop.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79626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38287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PLP Outlet repete produtos ao utilizar “Ver mais produtos”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13/05/2026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 listagem de outlet repete produtos ao usar Ver mais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202597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8056043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462376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868709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75869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47453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561960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4-0003585464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 enviou plano de ação em 06/10: segue analisando o fluxo de pedidos e a falha na atualização dos relatórios, com escalação interna. Pediu retorno em até 5 dias.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968293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4-0003839520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Black Friday 2026 - Avaliação Preventiva da Prontidão e Capacidade Ambiental do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05/10 a Lighthouse detalhou os slots da home e pediu a avaliação preventiva de capacidade para a Black Friday, mantendo os Espaços de Variação de Conteúdo.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374626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94443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135076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571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64708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605341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845974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8349728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075606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316239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568727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