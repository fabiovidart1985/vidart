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6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Google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Ewerton Bezerra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41853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Adicinar a marca Trata no menu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inclusão da marca Trata no menu do site.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Permitir vídeo ou GIF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exibição de vídeo ou GIF na galeria da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Preço zerado em produtos após retorno null no endpoint listProducts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monitoramento. SR Oracle 4-0003936169 aberta para o preço zerado após retorno nulo de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41401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Erro ao fechar pedido / Recalculo dos descontos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14/09/2026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 do recálculo de descontos ao fechar o pedido.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40351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Pedidos com o erro "Valor de Meio incorreto para PED_CLIENTE"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03/08/2026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 do erro de valor de meio na integração do pedido.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540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62978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076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