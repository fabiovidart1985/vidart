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DADOS!$A$25:$A$26</c:f>
              <c:strCache>
                <c:ptCount val="2"/>
                <c:pt idx="0">
                  <c:v>BUG</c:v>
                </c:pt>
                <c:pt idx="1">
                  <c:v>MELHORIA</c:v>
                </c:pt>
              </c:strCache>
            </c:strRef>
          </c:cat>
          <c:val>
            <c:numRef>
              <c:f>DADOS!$B$25:$B$26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3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7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36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597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AnalyticsTags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faltam os nomes das Analytics Tags de cada tela.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0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41509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Server to Server 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Rakuten: o card espera credenciais da API e a resposta às dúvidas de homologação.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43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Alinhamento de Expectativa de Tráfego e Capacidade para a Black Friday 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4-0003839520; histórico SR 4-0001220950): análise preventiva de capacidade para a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16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40904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Novos Requisitos para Imagem dos Produtos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24/08/2026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pelo Google: aguardando a confirmação de quais imagens e configurações o Merchant Center exige.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88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40883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Relatorios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4-0003585464): cobrada a causa raiz das falhas recorrentes do serviço de relatórios.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61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Criar replicas de ordenação e filtros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réplicas de ordenação por preço e mais vendidos e índice de filtros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434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nas páginas de categoria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consulta de produtos das páginas de categoria pela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0907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Envelopamento do Site — Black Friday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23/09/2026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envelopamento visual do site para a campanha de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13805"/>
                  </a:ext>
                </a:extLst>
              </a:tr>
              <a:tr h="7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41820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atualizações incrementais do catálogo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02/10/2026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atualização incremental do catálogo. O preço atualiza no índice, mas o front dos resultados ainda não reflete a alteração.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853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Adaptar FrontEnd da busca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autocomplete da busca. Há correções em aberto no menu da Algolia, no clique do produto e após a busca.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326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Hero da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hero da nova página de produto. O Figma do botão de compartilhar ainda foi apontado como pendência.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799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64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72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40929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Desenvolvimento do novo layout da Página de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novo layout da página de produto, com o desenvolvimento acompanhado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3745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userToken nos eventos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identificador de usuário nos eventos e nas consultas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217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Eventos &amp; Analitycs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eventos de visualização, clique e conversão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690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Monte sua Rotina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widget Monte sua Rotina, com destaque do produto que o cliente está vendo.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63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Ritual em {x} passos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ritual em passos, exibido somente quando o produto tem o conteúdo preenchido.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636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Informações do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informações do produto, incluindo a seção Dica de Ouro.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6109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Trust Bar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faixa de benefícios da nova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582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Recent Searches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buscas recentes salvas no navegador e reaproveitadas no autocomplete.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7055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Indexação / Backend (Integração de Catálogo)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indexação do catálogo Oracle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528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Spike Técnico: Viabilidade de Instalação (widgets/showcase/js)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estudo de viabilidade do InstantSearch da Algolia, já disponível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0011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64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419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41949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Incluir campos relavantes de produto no index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enviar à Algolia os campos de produto que ainda faltam para filtro e ranqueamento.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9892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41928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Análise de Segurança: Alerta de Vazamento de Credenciais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alerta da Gemina sobre vazamento de credenciais do domínio, com baixa amostragem.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0365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Slider de imagens do produto inconsistente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o slider de imagens da PDP volta para a primeira imagem e impede ver o restante.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838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41870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Trazer informações de venda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06/10/2026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incluir informações de venda de 30, 60 e 90 dias na indexação do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311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em Collections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avaliar o uso da Algolia nas collections.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784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Federated Search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busca federada no autocomplete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2257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Exibir itens de lançamento nas sugestões do Cronograma Capilar (Quiz)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exibir lançamentos nas sugestões do Cronograma Capilar.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2730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40290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cards relacionados da página de produto duplicam o símbolo da moeda no parcelamento.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3203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39839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Quantidade incorreta de itens sendo adicionados via Streamshop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16/07/2026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quantidade incorreta de itens adicionados pelo Streamshop.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3675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38287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PLP Outlet repete produtos ao utilizar “Ver mais produtos”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13/05/2026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 listagem de outlet repete produtos ao usar Ver mais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1488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51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6217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01/09/2026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40949 – Preencher propriedade dinâmica sl_origem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40838 – Revisão do Fluxo de Checkout - Pedidos com status "Incomplete"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38005 – Análise de Logs - error 500 OCC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40608 – Desenvolvimento do Widget Carrossel de Benefícios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40344 – Identificação da Origem do Cadastro do Cliente – APP ou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41059 – 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0946"/>
                  </a:ext>
                </a:extLst>
              </a:tr>
              <a:tr h="19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40912 – Pedidos falhando na Integração - Erro "VL_DESC_INC_UNIT nao poder ser menor que 0"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40351 – Pedidos com o erro "Valor de Meio incorreto para PED_CLIENTE"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40930 – Novo Widget de Carrossel “Oferta do Dia"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41344 – Logo não aparecendo no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41401 – 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5675"/>
                  </a:ext>
                </a:extLst>
              </a:tr>
              <a:tr h="78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41755 – 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04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47453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65133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4-0003585464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 enviou plano de ação em 06/10: segue analisando o fluxo de pedidos e a falha na atualização dos relatórios, com escalação interna. Pediu retorno em até 5 dias.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9862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4-0003839520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Black Friday 2026 - Avaliação Preventiva da Prontidão e Capacidade Ambiental do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05/10 a Lighthouse detalhou os slots da home e pediu a avaliação preventiva de capacidade para a Black Friday, mantendo os Espaços de Variação de Conteúdo.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4591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r>
              <a:rPr sz="1200">
                <a:solidFill>
                  <a:srgbClr val="E2D8D0"/>
                </a:solidFill>
                <a:latin typeface="General Sans 2 Medium"/>
              </a:rPr>
              <a:t>Três deploys no mês, com a validação pós-deploy aprovada em todos e 12 itens publicados.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levaram até 4 dias úteis de desenvolvimento.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4835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932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4049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778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3507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98236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2965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0769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2423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715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1881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