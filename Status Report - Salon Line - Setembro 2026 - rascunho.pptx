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1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Atual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AnalyticsTags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área de negócios: faltam os nomes das Analytics Tags de cada tela.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Server to Server Rakuten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Bloqueado pela Rakuten: o card espera credenciais da API e a resposta às dúvidas de homologação.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Alinhamento de Expectativa de Tráfego e Capacidade para a Black Friday 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4-0003839520; histórico SR 4-0001220950): análise preventiva de capacidade para a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Novos Requisitos para Imagem dos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pelo Google: aguardando a confirmação de quais imagens e configurações o Merchant Center exige.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40883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Relatorios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4-0003585464): cobrada a causa raiz das falhas recorrentes do serviço de relatórios.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20412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Análise: Produtos iguais não estão sendo agrupados no pedido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O histórico cita a SR Oracle 3-38505981351, fora do formato 4-. O motivo vigente do bloqueio não está fechado.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19253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erro -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Thiago Beserra.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13441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Não é possivel acessar a conta de algumas clientes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O erro deixou de reproduzir. O card permanece bloqueado até surgir um novo caso para investigar.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12356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amountAuthorized zerado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10/04/2024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A discussão de 2024 trata do retorno do Mercado Pago via Digibee. O bloqueio vigente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38664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2319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170868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06/08/2026 15:30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39031 – Inclusão de Novo Status na Régua de Tracking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39374 – Adicionar campo de imagem no widget _</a:t>
                      </a: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LpAsideSection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37835 – Criação de widget de lançamentos (banner + carrossel) – Desktop e Mobile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40533 – Bug brinde – Presilha em PRD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62978"/>
                  </a:ext>
                </a:extLst>
              </a:tr>
              <a:tr h="1822451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18/08/2026 16:00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38896 – Tratativa de Regiões Não Elegíveis à Frete Grátis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33759 – [CHECKOUT] Revisão da Usabilidade (mensagens de erro) ao utilizar cartão de crédito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53167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4-0003757080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Problemas no cache de imagem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questionou se o arquivo /</a:t>
                      </a: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sl-transparent-logo.svg</a:t>
                      </a: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 foi alterado. Respondemos que não, e identificamos que a imagem tanto em aba anônima quanto aba normal está trazendo a mesma requisição porém só exibe em aba anônima.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4-0003713595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[Monitoramento Proativo] Observando a latência com SSE p7724145s1PRD devido a mudanças recentes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07/09/2026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Lighthouse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Realizamos um ajuste na SSE de estatísticas e estamos monitorando.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076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4-0003585464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informa que está analisando internamente.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654670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4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Tire suas dúvidas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a seção Tire suas dúvidas será da ferramenta ou interna.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Avaliações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o front das avaliações será da ferramenta ou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novos campos no formulário da central de atendimento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Salesforce: a plataforma ainda precisa receber os novos campos do formulário da central de atendimento.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37871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 de Performance do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lentidão foi atribuída ao peso das imagens e o plano de ação ficou com o time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37626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Apple Pay e Google Pay como formas de pagamento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Bloqueado pela área de negócios: o Mercado Pago não cobre Apple Pay nem Google Pay e o gateway ainda não foi escolhido.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37408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Ajustar exibição de mensagem de frete grátis no cálculo de frete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prioridade foi adiada até a definição das regras de mensagem de frete grátis.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App SEO +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O título cita integração com a Oracle e não há SR 4-. O comentário recente diz que os ajustes pedidos já foram feitos.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"Viva Você Studio" + Ecomm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Bloqueado pela Salon Line: faltam as URLs de TST e PRD, a escolha entre iframe e subdomínio e a correção da API exposta.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no Modal de Visualização Rápida (Quick View) – PLP Web e Mobile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O estado segue Blocked, mas o comentário mais recente libera o Figma. O motivo atual da dependência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0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10644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Boleto Pago Após o Vencimento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07/02/2024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Indexação não está sendo refletida no Front - Categorias não são atualizadas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Bloqueio sem dono nem motivo vigente. O último comentário é de janeiro de 2024.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Request para Cotação de Frete com divergências - PESO INCORRETO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Mantido bloqueado para preservar as evidências de peso incorreto na cotação, no aguardo de nova ocorrência.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Criar replicas de ordenação e filtros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Em desenvolvimento: réplicas de ordenação por preço e mais vendidos e índice de filtros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nas páginas de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desenvolvimento: consulta de produtos das páginas de categoria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41479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Hero da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Hero da página de produto em desenvolvimento. O botão de compartilhar ainda aguarda o Figma.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Desenvolvimento do novo layout da Página de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Novo layout da página de produto em desenvolvimento, com dúvidas de Figma mobile ainda abertas.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23616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Problema/Cronograma-Capilar exibindo imagens quebradas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Imagens quebradas no Cronograma Capilar. O último comentário, de janeiro de 2025, pede validação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10004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Produtos sendo exibidos como "Grátis" no carrinho incorretamente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9669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Valor TOTAL de pedido parcelado COM Juros está sendo exibido com soma incorreta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04/01/2024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(4/9)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atualizações incrementais do catálogo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atualização incremental do catálogo, com rotina a cada cinco minutos.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Adaptar FrontEnd da busca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autocomplete da busca no padrão recomendado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Recent Searches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buscas recentes salvas no navegador e reaproveitadas no autocomplete.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userToken nos eventos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identificador de usuário nos eventos e nas consultas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Eventos &amp; Analitycs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eventos de visualização, clique e conversão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Indexação / Backend (Integração de Catálogo)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indexação do catálogo Oracle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Monte sua Rotina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widget Monte sua Rotina, com destaque do produto que o cliente está vendo.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Ritual em {x} passos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ritual em passos, exibido somente quando o produto tem o conteúdo preenchido.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Informações do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informações do produto, incluindo a seção Dica de Ouro.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Trust Bar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faixa de benefícios da nova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Spike Técnico: Viabilidade de Instalação (widgets/showcase/js)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Customer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com o cliente: estudo de viabilidade do InstantSearch da Algolia, já disponível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(5/9)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5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[Projeto CDP] Abandono Checkout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Fábio Vidart. Pronto para produção: campos de abandono de checkout validados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Permitir vídeo ou GIF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Pronto para produção: exibição de vídeo ou GIF na galeria da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Adicinar a marca Trata no menu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Em validação de produção: inclusão da marca Trata no menu do site.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SR Oracle 4-0003936169 aberta para o preço zerado após retorno nulo de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39603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[Análise &amp; Ajuste] array dataLayer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produção: preço com desconto no dataLayer. A Salon indicou que a prova só ocorre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28070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Erros retornados pela SSE Smart Checkout ao finalizar pedidos pelo App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O histórico cita as SRs Oracle 4-0000687590 e 4-0000873061 na SSE de checkout do app.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20387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cód. LP Galeria feed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Em validação de produção desde 2024: código da landing de galeria no feed.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13160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Pedido x Payload -Site Pedido 570495481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Em validação de produção desde 2024, depois de uma correção pontual de item que o pedido não agrupou.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14/09/2026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recálculo de descontos ao fechar 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falhando na Integração - Erro "VL_DESC_INC_UNIT nao poder ser menor que 0"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desconto negativo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40351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com o erro "Valor de Meio incorreto para PED_CLIENTE"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03/08/2026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valor de meio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(6/9)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Trazer informações de venda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incluir informações de venda de 30, 60 e 90 dias na indexação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em Collections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avaliar o uso da Algolia nas collections.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Federated Search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busca federada no autocomplete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Envelopamento do Site — Black Friday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envelopamento visual do site para a campanha de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itens de lançamento nas sugestões do Cronograma Capilar (Quiz)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exibir lançamentos nas sugestões do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40290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cards relacionados da página de produto duplicam o símbolo da moeda no parcelamento.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39839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Quantidade incorreta de itens sendo adicionados via Streamshop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16/07/2026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quantidade incorreta de itens adicionados pelo Streamshop.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38287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PLP Outlet repete produtos ao utilizar “Ver mais produtos”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13/05/2026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 listagem de outlet repete produtos ao usar Ver mais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27982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sem registro de produtos na propriedade "commerceItems": [],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Landing Page do Programa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visitante/cliente, quero acessar uma página explicando o programa e ver produtos para assinar, para entender benefícios e iniciar compra recorrente por ali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(7/9)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5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Admin de Compras Recorrentes (Gerenciamento)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gerenciar minhas compras recorrentes em Minha Conta Para pausar, cancelar, reativar ou ajustar minha recorrência Escopo - Tela “Minhas Compra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Identificação da Compra Recorrente em Meus Pedidos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identificar facilmente meus pedidos recorrentes Para acessar o gerenciamento quando necessário Escopo - Exibir tag de Compra Recorrente na 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Regras de Preço, Descontos e Operação da Recorrência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entender claramente como funcionam preços, descontos e frete da recorrência Para confiar no programa Escopo - 10% de desconto adicional aplic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Carrinho e Checkout com Compra Recorrente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visualizar e confirmar minha compra recorrente no carrinho e checkout Para finalizar a contratação com clareza Escopo - Exibir no carrinho: -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Contratação da Compra Recorrente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do e-commerce Quero escolher entre Compra Única ou Compra Recorrente na PDP Para decidir receber meus produtos automaticamente em uma frequência fi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até 4 produtos por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ver mais opções por categoria (até 4) para comparar melhor as recomendações.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Remover opção “Máscara” e ajustar impactos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não devo ver a opção “Máscara” no Quiz nem ter recomendações de máscara no resultado ou no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Aplicar UI do Quiz conforme Figma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uma interface do Quiz igual ao Figma, g arantindo responsividade e alinhamento com o restante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(8/9)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2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27864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Melhorar experiência do usuário deslogado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Realizar análise para melhor experiência do usuário na confirmação do pedido quando for usuário deslogado.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27152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Criar a autenticação para acessar as paginas de config personalizadas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05/05/2025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Criar a autenticação pela conta do painel admin para acessar as paginas de config personalizadas.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24585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 na Experiência do Usuário – Mensagem no Modal de CPF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Descrição: Atualmente, ao fazer login via login social e avançar para o checkout sem um CPF cadastrado, um modal é exibido solicitando o preenchimento do CPF.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21540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de espaçamento no header ao renderizar a pagina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21214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Autenticação Apple - ( Sign in with Apple 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Boa tarde time, Recebi a seguinte demanda do time de desenvolvimento do APP, gostaria que avaliassem e caso tenham duvidas formalizem neste card e se necessário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19425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Cotação de Frete na Pagina de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Boa tarde 😉 Podem verificar a cotação de frete via pagina de produtos, parece não considerar a quantidade informada pelo cliente.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17326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de Content Security Policy (CSP)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05/08/2024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Implementar uma Content Security Policy (CSP) para aumentar a segurança do site, mitigando ataques XSS e controlando a origem dos recursos carregados.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13805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Realizar a atualização automática do site map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Conforme conversamos na reunião junto com o time de SEO no dia 18/09/24, precisamos perguntar para o Suporte da Oracle/Langer como podemos automatizar a atualiz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Botões para contato da pagina "central de relacionamento" não funciona no mobile.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(9/9)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29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Desktop não está responsivo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9409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Exibição em telas pequenas está quebrando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9302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request de Cotação de frete - ENDEREÇO PRINCIPAL VS SECUNDÁRIO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9211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quantidades e valores divergentes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