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6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Google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Ewerton Bezerra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4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9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3805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8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326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799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72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7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2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6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6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1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5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0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5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001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474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9469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64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41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89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3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8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3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784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257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730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203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675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148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6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094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675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04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513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986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4591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4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3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8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296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76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242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715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1881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