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73" r:id="rId31"/>
    <p:sldId id="274" r:id="rId32"/>
    <p:sldId id="275" r:id="rId33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DADOS!$A$25:$A$26</c:f>
              <c:strCache>
                <c:ptCount val="2"/>
                <c:pt idx="0">
                  <c:v>BUG</c:v>
                </c:pt>
                <c:pt idx="1">
                  <c:v>MELHORIA</c:v>
                </c:pt>
              </c:strCache>
            </c:strRef>
          </c:cat>
          <c:val>
            <c:numRef>
              <c:f>DADOS!$B$25:$B$26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6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7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1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2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AnalyticsTags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Área de negócios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faltam os nomes das Analytics Tags de cada tela.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41509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Server to Server 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Rakuten: o card espera credenciais da API e a resposta às dúvidas de homologação.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Alinhamento de Expectativa de Tráfego e Capacidade para a Black Friday 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4-0003839520; histórico SR 4-0001220950): análise preventiva de capacidade para a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40904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Novos Requisitos para Imagem dos Produtos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24/08/2026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Google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pelo Google: aguardando a confirmação de quais imagens e configurações o Merchant Center exige.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40883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Relatorios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4-0003585464): cobrada a causa raiz das falhas recorrentes do serviço de relatórios.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Tire suas dúvidas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YourViews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na definição com a YourViews: falta decidir se a seção Tire suas dúvidas será da ferramenta ou interna.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Avaliações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YourViews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na definição com a YourViews: falta decidir se o front das avaliações será da ferramenta ou interno.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39624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Inclusão de novos campos no formulário da central de atendimento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Salesforce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Salesforce: a plataforma ainda precisa receber os novos campos do formulário da central de atendimento.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37871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Análise de Performance do Site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22/04/2026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Salon Line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Salon Line: a lentidão foi atribuída ao peso das imagens e o plano de ação ficou com o time interno.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37626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Inclusão de Apple Pay e Google Pay como formas de pagamento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09/04/2026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Área de negócios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o Mercado Pago não cobre Apple Pay nem Google Pay e o gateway ainda não foi escolhido.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37408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Ajustar exibição de mensagem de frete grátis no cálculo de frete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02/04/2026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Salon Line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Salon Line: a prioridade foi adiada até a definição das regras de mensagem de frete grátis.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37148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App SEO + 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26/03/2026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Área de negócios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a contratação do Semrush está em aprovação e o card só avança depois dela.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37147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"Viva Você Studio" + Ecomm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26/03/2026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Viva Você Studio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Aguardando a revisão do Viva Você Studio.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69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(2/6)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70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2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37101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Implementação no Modal de Visualização Rápida (Quick View) – PLP Web e Mobile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25/03/2026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Salon Line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Salon Line: o time ainda analisa se a funcionalidade segue.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10644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Boleto Pago Após o Vencimento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07/02/2024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Não identificado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Card sem descrição e sem comentário. O responsável pelo bloqueio não está no card.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10100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Indexação não está sendo refletida no Front - Categorias não são atualizadas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19/01/2024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Não identificado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Bloqueio sem dono nem motivo vigente. O último comentário é de janeiro de 2024.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9260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Request para Cotação de Frete com divergências - PESO INCORRETO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12/12/2023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Marcelo Bortolini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Mantido bloqueado para preservar as evidências de peso incorreto, no aguardo de nova ocorrência.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Criar replicas de ordenação e filtros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Ewerton Bezerra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réplicas de ordenação por preço e mais vendidos e índice de filtros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nas páginas de categoria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consulta de produtos das páginas de categoria pela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Envelopamento do Site — Black Friday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23/09/2026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Regis Ropke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envelopamento visual do site para a campanha de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23616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Problema/Cronograma-Capilar exibindo imagens quebradas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09/01/2025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Gianluca Ferreira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Imagens quebradas no Cronograma Capilar. O último comentário, de janeiro de 2025, pede validação em produção.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10004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Produtos sendo exibidos como "Grátis" no carrinho incorretamente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17/01/2024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Gianluca Ferreira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antigo ainda em desenvolvimento, sem descrição nem comentário recente no card.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9669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Valor TOTAL de pedido parcelado COM Juros está sendo exibido com soma incorreta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04/01/2024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Gianluca Ferreira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antigo ainda em desenvolvimento, sem descrição nem comentário recente no card.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userToken nos eventos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identificador de usuário nos eventos e nas consultas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Eventos &amp; Analitycs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eventos de visualização, clique e conversão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Monte sua Rotina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widget Monte sua Rotina, com destaque do produto que o cliente está vendo.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69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(3/6)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70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2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Ritual em {x} passos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ritual em passos, exibido somente quando o produto tem o conteúdo preenchido.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Informações do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informações do produto, incluindo a seção Dica de Ouro.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Trust Bar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faixa de benefícios da nova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Recent Searches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buscas recentes salvas no navegador e reaproveitadas no autocomplete.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Indexação / Backend (Integração de Catálogo)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indexação do catálogo Oracle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Spike Técnico: Viabilidade de Instalação (widgets/showcase/js)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estudo de viabilidade do InstantSearch da Algolia, já disponível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41853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Adicinar a marca Trata no menu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05/10/2026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daniela.damasceno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inclusão da marca Trata no menu do site.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Permitir vídeo ou GIF na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daniela.damasceno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exibição de vídeo ou GIF na galeria da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Preço zerado em produtos após retorno null no endpoint listProducts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Monitoramento</a:t>
                      </a:r>
                    </a:p>
                  </a:txBody>
                  <a:tcPr marL="50800" marR="50800" marT="40000" marB="40000" anchor="ctr">
                    <a:solidFill>
                      <a:srgbClr val="F6C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monitoramento. SR Oracle 4-0003936169 aberta para o preço zerado após retorno nulo de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41401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Erro ao fechar pedido / Recalculo dos descontos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14/09/2026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Monitoramento</a:t>
                      </a:r>
                    </a:p>
                  </a:txBody>
                  <a:tcPr marL="50800" marR="50800" marT="40000" marB="40000" anchor="ctr">
                    <a:solidFill>
                      <a:srgbClr val="F6C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monitoramento do recálculo de descontos ao fechar o pedido.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40351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Pedidos com o erro "Valor de Meio incorreto para PED_CLIENTE"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03/08/2026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Monitoramento</a:t>
                      </a:r>
                    </a:p>
                  </a:txBody>
                  <a:tcPr marL="50800" marR="50800" marT="40000" marB="40000" anchor="ctr">
                    <a:solidFill>
                      <a:srgbClr val="F6C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monitoramento do erro de valor de meio na integração do pedido.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41949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Incluir campos relavantes de produto no index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enviar à Algolia os campos de produto que ainda faltam para filtro e ranqueamento.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41928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Análise de Segurança: Alerta de Vazamento de Credenciais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alerta da Gemina sobre vazamento de credenciais do domínio, com baixa amostragem.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69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(4/6)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5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2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Slider de imagens do produto inconsistente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o slider de imagens da PDP volta para a primeira imagem e impede ver o restante.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41870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Trazer informações de venda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06/10/2026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incluir informações de venda de 30, 60 e 90 dias na indexação do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em Collections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avaliar o uso da Algolia nas collections.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Federated Search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busca federada no autocomplete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Exibir itens de lançamento nas sugestões do Cronograma Capilar (Quiz)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exibir lançamentos nas sugestões do Cronograma Capilar.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40290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cards relacionados da página de produto duplicam o símbolo da moeda no parcelamento.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39839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Quantidade incorreta de itens sendo adicionados via Streamshop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16/07/2026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quantidade incorreta de itens adicionados pelo Streamshop.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38287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PLP Outlet repete produtos ao utilizar “Ver mais produtos”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13/05/2026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 listagem de outlet repete produtos ao usar Ver mais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35776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[COMPRA RECORRENTE] Landing Page do Programa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30/01/2026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Como visitante/cliente, quero acessar uma página explicando o programa e ver produtos para assinar, para entender benefícios e iniciar compra recorrente por ali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35775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[COMPRA RECORRENTE] Admin de Compras Recorrentes (Gerenciamento)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30/01/2026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Como cliente Quero gerenciar minhas compras recorrentes em Minha Conta Para pausar, cancelar, reativar ou ajustar minha recorrência Escopo - Tela “Minhas Compra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35774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[COMPRA RECORRENTE] Identificação da Compra Recorrente em Meus Pedidos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30/01/2026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Como cliente Quero identificar facilmente meus pedidos recorrentes Para acessar o gerenciamento quando necessário Escopo - Exibir tag de Compra Recorrente na li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35773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[COMPRA RECORRENTE] Regras de Preço, Descontos e Operação da Recorrência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30/01/2026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Como cliente Quero entender claramente como funcionam preços, descontos e frete da recorrência Para confiar no programa Escopo - 10% de desconto adicional aplic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69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(5/6)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35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2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35772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[COMPRA RECORRENTE] Carrinho e Checkout com Compra Recorrente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30/01/2026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Como cliente Quero visualizar e confirmar minha compra recorrente no carrinho e checkout Para finalizar a contratação com clareza Escopo - Exibir no carrinho: -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35771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[COMPRA RECORRENTE] Contratação da Compra Recorrente na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30/01/2026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Como cliente do e-commerce Quero escolher entre Compra Única ou Compra Recorrente na PDP Para decidir receber meus produtos automaticamente em uma frequência fi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35285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Exibir até 4 produtos por categoria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15/01/2026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Como cliente, quero ver mais opções por categoria (até 4) para comparar melhor as recomendações.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35284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Remover opção “Máscara” e ajustar impactos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15/01/2026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Como cliente, não devo ver a opção “Máscara” no Quiz nem ter recomendações de máscara no resultado ou no cronograma capilar.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35283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Aplicar UI do Quiz conforme Figma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15/01/2026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Como cliente, quero uma interface do Quiz igual ao Figma, g arantindo responsividade e alinhamento com o restante do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27864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Melhorar experiência do usuário deslogado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05/06/2025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Marcus Linck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Realizar análise para melhor experiência do usuário na confirmação do pedido quando for usuário deslogado.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27152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Criar a autenticação para acessar as paginas de config personalizadas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05/05/2025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Marcus Linck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Criar a autenticação pela conta do painel admin para acessar as paginas de config personalizadas.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24585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 na Experiência do Usuário – Mensagem no Modal de CPF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30/01/2025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Descrição: Atualmente, ao fazer login via login social e avançar para o checkout sem um CPF cadastrado, um modal é exibido solicitando o preenchimento do CPF.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21540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de espaçamento no header ao renderizar a pagina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29/11/2024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Item em aberto, sem descrição recente no card.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21214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Autenticação Apple - ( Sign in with Apple 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19/11/2024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Lucas Borges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Boa tarde time, Recebi a seguinte demanda do time de desenvolvimento do APP, gostaria que avaliassem e caso tenham duvidas formalizem neste card e se necessário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19425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Cotação de Frete na Pagina de Produtos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Boa tarde 😉 Podem verificar a cotação de frete via pagina de produtos, parece não considerar a quantidade informada pelo cliente.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69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(6/6)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456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2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17326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Implementação de Content Security Policy (CSP)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05/08/2024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Implementar uma Content Security Policy (CSP) para aumentar a segurança do site, mitigando ataques XSS e controlando a origem dos recursos carregados.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7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13805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Realizar a atualização automática do site map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21/05/2024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Lucas Borges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Conforme conversamos na reunião junto com o time de SEO no dia 18/09/24, precisamos perguntar para o Suporte da Oracle/Langer como podemos automatizar a atualiz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10106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Botões para contato da pagina "central de relacionamento" não funciona no mobile. 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19/01/2024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Item em aberto, sem descrição recente no card.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10105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Desktop não está responsivo 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19/01/2024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Item em aberto, sem descrição recente no card.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9409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Exibição em telas pequenas está quebrando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20/12/2023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Item em aberto, sem descrição recente no card.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9302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Divergência request de Cotação de frete - ENDEREÇO PRINCIPAL VS SECUNDÁRIO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15/12/2023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Lucas Borges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Item em aberto, sem descrição recente no card.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Backlog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9211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Pedido com quantidades e valores divergentes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07/12/2023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Gianluca Ferreira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Item em aberto, sem descrição recente no card.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69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51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01/09/2026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40949 – Preencher propriedade dinâmica sl_origem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40838 – Revisão do Fluxo de Checkout - Pedidos com status "Incomplete"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38005 – Análise de Logs - error 500 OCC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40608 – Desenvolvimento do Widget Carrossel de Benefícios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40344 – Identificação da Origem do Cadastro do Cliente – APP ou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41059 – 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62978"/>
                  </a:ext>
                </a:extLst>
              </a:tr>
              <a:tr h="19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40912 – Pedidos falhando na Integração - Erro "VL_DESC_INC_UNIT nao poder ser menor que 0"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40351 – Pedidos com o erro "Valor de Meio incorreto para PED_CLIENTE"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40930 – Novo Widget de Carrossel “Oferta do Dia"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41344 – Logo não aparecendo no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41401 – 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78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41755 – 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47453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4-0003585464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 enviou plano de ação em 06/10: segue analisando o fluxo de pedidos e a falha na atualização dos relatórios, com escalação interna. Pediu retorno em até 5 dias.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4-0003839520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Black Friday 2026 - Avaliação Preventiva da Prontidão e Capacidade Ambiental do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05/10 a Lighthouse detalhou os slots da home e pediu a avaliação preventiva de capacidade para a Black Friday, mantendo os Espaços de Variação de Conteúdo.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6572076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r>
              <a:rPr sz="1200">
                <a:solidFill>
                  <a:srgbClr val="E2D8D0"/>
                </a:solidFill>
                <a:latin typeface="General Sans 2 Medium"/>
              </a:rPr>
              <a:t>Três deploys no mês, com a validação pós-deploy aprovada em todos e 12 itens publicados.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levaram até 4 dias úteis de desenvolvimento.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4835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